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B905F0-3411-93E1-45E0-96CCC0DA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DD4731-E4E0-BFEA-BB08-9EE0CD191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CA1B58-2E46-9EE3-3346-D6154223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3ADFD2-3D4F-9989-74D4-4BC317A3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33D279-CF14-4168-B9F5-AB9EDC9D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30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F7F16C-015A-DD4F-EE09-26494DCB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242991-643C-E5DB-57FD-69FB341ED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44B198-816E-1234-1D15-E39D65A3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FA9BB7-F847-DA8C-436F-5665BE98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4DAE95-8C74-0B81-F999-C1594F99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12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D5684E-1261-1916-BC23-29FE1C7D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9AC7A4-8192-1A53-7D92-4E4DF976F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7A7852-C26B-7D95-5456-513C5872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F19263-863C-0C5A-7041-6557902A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02C647-2C54-8B9B-DE01-8FFEBFD5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49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9DDB5-8C11-8457-1C69-C2767DB7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437947-A16B-9D35-3B87-5E9295AFF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9E24631-4346-5C51-242F-57F09B60E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E7EF9-F6F8-A691-A278-BA2F4A6E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141AB6-75F5-EA23-F16F-B0EBB2F3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D426AF-EA03-CD1C-27D6-172D6453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0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0456E-DCDA-F711-DA28-A337EA59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0BBC1C-F309-ACE5-F715-523FEF60C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9145A8-0814-19DE-C9C1-4417D3ABB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9D47095-6E41-2D89-A005-14E34AF26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D173B4-EFB0-79CB-4397-7C842AC24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82404AC-B4CF-D718-AB0A-2D05881C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83ED2B-F2B6-01B4-894B-51D2AFC0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A5F8F0-8510-2285-591F-224C3146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55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7A0029-BE15-803E-5070-8099F583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63A7A31-334B-9F91-354C-22B08D86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A2823D-89D9-AD0A-241F-51DFD566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315BB8-2C83-B19D-6557-F47887C1B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15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7B6CDB-3D84-8BEC-AAF4-A2A15E92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418155-1A9F-C061-1C73-EABD0CE0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85CEB3-12A0-400E-EC35-37E6E24A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27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23791-1FF4-18CA-7123-E3510E1F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2E7038-DC0C-F159-6D43-86A759684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D81E5EC-ED07-C97F-F1AB-1279A7DC6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24CF7A-8254-CC1E-DF54-B678A60C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FF5D8-90A5-59E8-996E-C4B26559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C56178-29F2-F2D9-8036-A9726B91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9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E68A37-C8D7-859F-20E1-BDFFEAF0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81D6760-BE30-EE6C-D9C6-F5962C525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F74828-944C-5DED-EE2B-10D00AE04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7FEDA6-D149-2642-A077-4790F8E9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815D58-4FC3-95D6-C7DC-B1FBBFD0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DB9A39-9C41-DE12-133E-68EB656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18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B94AFD-A0A0-6863-C066-A778FB6C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AB2393-CEDD-B4FA-EDB6-57E2A4C97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706A66-C8EA-501E-536C-EEC35686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DB7AE2-CFF1-E341-8413-E30328A2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D39EE5-EC65-7DB2-C897-C447582C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8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85675B4-7EE3-6956-6577-CD35C4C4D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B64E6D-6AB1-1FCD-4A25-0CFFF4BE5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70226D-4844-5EEE-D644-79C2B30F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436BB9-A751-68B3-5182-244392A9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67A80E-5764-B129-7C33-4C1858F1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03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5CB821A-26BD-A984-CBF4-2C1F5C19C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B93B4E-28A1-CBC5-4330-D7A845A74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0E83FA-A790-B05D-63D5-B555BDAB2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9746E-DFF2-42BC-97BA-9ADF0D314CA3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8DE80B-FB9C-F6E9-0940-0253413F0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23A222-DA1D-DF66-94DA-10FA7FB2A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BBB0-CBFE-41BA-8247-3D9138DAE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47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76F3035-8F55-3D1B-059E-BF9BBB8D41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1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1E283E4-3D4F-3D0B-6255-33D7C541E5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3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ProjDept</dc:creator>
  <cp:lastModifiedBy>ProjDept</cp:lastModifiedBy>
  <cp:revision>1</cp:revision>
  <dcterms:created xsi:type="dcterms:W3CDTF">2026-08-20T14:59:29Z</dcterms:created>
  <dcterms:modified xsi:type="dcterms:W3CDTF">2026-08-20T14:59:29Z</dcterms:modified>
</cp:coreProperties>
</file>